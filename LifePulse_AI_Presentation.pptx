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LifePulse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AAAA"/>
                </a:solidFill>
                <a:latin typeface="Calibri"/>
              </a:rPr>
              <a:t>Smart Blood Donor 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Calibri"/>
              </a:rPr>
              <a:t>An AI-Powered, Blockchain-Secured, Multilingual
Blood Donor Matching Platform for Pan-India Healthcare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10515600" cy="1920240"/>
          </a:xfrm>
          <a:prstGeom prst="rect">
            <a:avLst/>
          </a:prstGeom>
          <a:solidFill>
            <a:srgbClr val="2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AAA"/>
                </a:solidFill>
                <a:latin typeface="Calibri"/>
              </a:rPr>
              <a:t>Domain: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6634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Healthcare / 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9320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AAA"/>
                </a:solidFill>
                <a:latin typeface="Calibri"/>
              </a:rPr>
              <a:t>Technology: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093207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HTML  CSS  JavaScript  AI  Blockchain 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2297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AAA"/>
                </a:solidFill>
                <a:latin typeface="Calibri"/>
              </a:rPr>
              <a:t>Academic Year: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522975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2025 - 2026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527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AAA"/>
                </a:solidFill>
                <a:latin typeface="Calibri"/>
              </a:rPr>
              <a:t>Guide: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9527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[Your 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Introduction  |  What is LifePulse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40312" cy="7315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0000"/>
                </a:solidFill>
                <a:latin typeface="Calibri"/>
              </a:rPr>
              <a:t>LifePulse AI connects patients and hospitals with verified blood donors across 32 states in real-time — completely free and without any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>
                <a:solidFill>
                  <a:srgbClr val="C02020"/>
                </a:solidFill>
                <a:latin typeface="Calibri"/>
              </a:rPr>
              <a:t>Key Features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AI Multi-Factor Matching Engine (5 weighted parameters)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SHA-256 Blockchain Donation Certificates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Multilingual NLP - 7 Indian Languages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Live Interactive Map with Donor Proximity Radar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Privacy Shield with 2-Way Consent Unlock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Zero Login for Patients - Free Forever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3 Portals: Patient / Donor / Admin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20240"/>
          <a:ext cx="5760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Live Value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Registered Donors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9  (growing)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States &amp; 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Partner Hospitals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Active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Languages Supported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Certs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Auto per donation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40312" cy="65836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India needs 5 crore blood units/year  |  Only 2.5 crore collected  |  Every 2 seconds someone needs blood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74519"/>
          <a:ext cx="116403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 on Patients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centralized real-time platform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Patients spend hours calling blood banks manually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AI compatibility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Wrong blood type = fatal transfusion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Donor privacy not protected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Donors fear sharing info  -&gt; fewer registrations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Language barrier (English-only apps)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Rural &amp; non-English users completely excluded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donation verification system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Fake / duplicate donor records exist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health eligibility enforcement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Ineligible donors contacted, wasting critical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40312" cy="62179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33856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Primary Goal:  Reduce blood search time from HOURS  to  under 2 MINUTES  for any patient across India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116403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 Donor Matching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5-factor scoring: Compatibility | Distance | Availability | Health | Urgency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ai_matching.js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Real-Time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Leaflet.js map - hospital &amp; donor pins with proximity radius 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map_engine.js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Certificates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SHA-256 Proof-of-Work chain - tamper-proof CERT-ID per donation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blockchain.js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Multilingual NLP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Parse blood requests in 7 Indian languages (text or voice)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nlp_assistant.js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Privacy Shield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Donor identity masked until explicit 2-way consent is granted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privacy_shield.js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621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Zero-Login Patient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registration, no OTP, no delay - instant access for all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app.js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4031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 We Fill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eRaktKosh  (NBTC, India)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National blood bank inventory - 2,500+ blood banks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real-time donor matching; no AI; no map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Blood Connect  (IIT Delhi,2014)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Volunteer SMS alerts to donors in a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AI ranking; no compatibility check; English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iDonate Blood  (2019)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Mobile app for South Indian donors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Limited cities; no verification; no live map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Azaria et al. 2016  (IEEE)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for medical record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Never applied to blood donation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Taggart et al. 2021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ML model to predict seasonal blood demand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Prediction only - no real-time donor-patient matching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Haversine Formula (Sinnott,1984)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GPS great-circle distance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Adopted as Distance Factor (25%) in our 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WHO Blood Safety Guidelines 2021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90-day gap + weight &gt;=50 kg for donors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existing app enforces these rules - ours does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Existing System vs LifePulse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4031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eRaktKosh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Blood Apps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WhatsApp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Hospital List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LifePulse AI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Real-time donor search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 match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- 5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Blood compatibility check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ABO Matrix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Health eligibility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- 90-day+weight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Live interactive map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Leaflet.js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SHA-256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Multilingual NLP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- 7 languages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Donor privacy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- 2-way consent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 login for patients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863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Pan-India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YES - 32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Proposed Work  |  System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023360" cy="5394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7490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>
                <a:solidFill>
                  <a:srgbClr val="C02020"/>
                </a:solidFill>
                <a:latin typeface="Calibri"/>
              </a:rPr>
              <a:t>System Architecture Flow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1. Patient enters request (text/voice)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2. NLP parses language &amp; extracts data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3. AI Engine scores all donors 0-100%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4. Privacy Shield masks donor identity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5. 2-Way Consent -&gt; details unlocked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6. Map shows donor pins near hospital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        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D0D0D"/>
                </a:solidFill>
                <a:latin typeface="Calibri"/>
              </a:rPr>
              <a:t>7. Blockchain mints donation certificate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097280"/>
          <a:ext cx="7315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Technical Detail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 Matching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5 factors: Compatibility(35%) + Distance(25%) + Availability(15%) + Health(15%) + Urgency(10%)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SHA-256 custom built | Proof-of-Work mining | Hash-linked blocks | Unique CERT-ID per donation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NLP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7 language regex patterns | Extracts blood group, city, units needed, urgency automatically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Map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Leaflet.js + OpenStreetMap + CARTO tiles | Hospital pin + Donor pins + Radius circle overlay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Privacy Shield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Phone/Name/Location masked by default | Fully unlocked only after 2-way donor consent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7071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i18n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Full UI in English, Hindi, Tamil, Telugu, Kannada, Malayalam, Marathi - switchable in nav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Timeline  |  18 Weeks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4031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1-2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Requirement Analysis &amp; Problem Study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Literature Survey (7 papers/systems studied)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4-5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System Design - Architecture &amp; UI Wireframes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6-7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 Matching Engine Development (ai_matching.js)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8-9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Ledger - SHA-256 + Certificates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NLP Assistant - 7 Indian language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Map Engine - Leaflet.js + Donor pins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Privacy Shield + 2-Way Consent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13-15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Frontend UI - Landing Page + 3 Portals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Multilingual i18n UI (7 languages) +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11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Testing, Bug Fixes, Performance Optimization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Phase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Week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Documentation, PPT, Project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55778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 Area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LifePulse AI Achieves</a:t>
                      </a:r>
                    </a:p>
                  </a:txBody>
                  <a:tcPr>
                    <a:solidFill>
                      <a:srgbClr val="C0202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Blood search: hours  -&gt;  under 2 minutes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AI-verified compatibility - wrong transfusions prevented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Privacy Shield -&gt; more donors will register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Inclusion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7 Indian languages -&gt; rural users 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Blockchain certificate - tamper-proof donation records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D0D0D"/>
                          </a:solidFill>
                          <a:latin typeface="Calibri"/>
                        </a:rPr>
                        <a:t>Free forever - no barrier for any patient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097280"/>
            <a:ext cx="5760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C02020"/>
                </a:solidFill>
                <a:latin typeface="Calibri"/>
              </a:rPr>
              <a:t>Future Scope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Native Android &amp; iOS Mobile App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Hospital API - Real inventory sync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Push Notifications to nearby donors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Predictive ML for blood demand forecasting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Platelet, Plasma &amp; Stem Cell matching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Scale to 700+ districts across India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D0D0D"/>
                </a:solidFill>
                <a:latin typeface="Calibri"/>
              </a:rPr>
              <a:t>  Donor Reward &amp; Gamification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709160"/>
            <a:ext cx="11640312" cy="9601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"Blood cannot be manufactured - it can only be donated.
LifePulse AI ensures every donor finds every patient - instantly, safely, and intelligently."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760720"/>
            <a:ext cx="11640312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8064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0000"/>
                </a:solidFill>
                <a:latin typeface="Calibri"/>
              </a:rPr>
              <a:t>Tech Stack: HTML | CSS | JavaScript | AI (ABO Matrix + Haversine) | SHA-256 Blockchain | NLP (7 langs) | Leaflet.js | 32 States | 180+ Districts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